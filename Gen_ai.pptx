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60587-3967-490B-8DCE-DB028D3B74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D5B79-DE62-477C-AE5D-F80F25310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36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48C0-C869-6ADF-4FC8-55D08D8E0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FE0FA-6EDB-BE7B-B183-60D517E14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23EAA-2A35-AC3B-A3DF-8B7D1AA3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BDD3-DF19-DD7A-EECD-ABECB649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C6C46-CD46-2C2E-9F1E-FAF39067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44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4E96-72E2-3A83-3F85-0A4E4D0C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70924-C496-E1C0-D000-870B3792F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9C345-EAB2-432D-F84A-8666972B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D97E1-A9A2-410B-E6B0-B06B016A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111BA-03A7-696F-3021-C1050EAF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1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98021-34F9-A5B4-8EE8-17E1072FC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10EA3-4D05-A55C-2011-170A80362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EFBF-83F9-51AF-EE3C-675A5B72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BFE7D-8D0D-44DD-40E9-A47A16FD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BCC14-087B-EF4D-57F5-8FA20FB0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18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CB17-9E38-BCE5-1DA4-40034B27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C21E9-0609-C9F5-2DE4-EC12B163B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425E9-0339-995A-D157-E81BB8B4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8C239-7A17-9F38-C022-03FF2832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A7725-623A-024C-C237-54E0B812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3F018-19EA-785D-0C44-3BD6C619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61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71BE-87D0-727D-DEE0-F446DBCB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357F4-DE67-2D05-93D7-B624A74B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96DE9-471D-D141-E005-A796DBCFF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773C0-1356-983F-6B9E-060A3641E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CC56F0-031B-9E9B-273D-5D7BCA02F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C00BC-5594-4272-8E65-C314FD4BE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36828-D7BA-4F56-8343-11565FF3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83E48-F7CA-EDDE-2CD0-4C239B9E2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25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A5E5-4904-3C5F-965C-330CDABD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4D07A-F334-C166-C75A-DD6514FA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94D79-3878-0A3B-CEAD-886B3002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39504-2F58-FFB9-500F-419CE882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90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23820-1A6C-E263-18B4-52762421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1D0C9-AAAF-2402-962A-39ACDB48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CEA28-2F2C-1A6A-6552-3BD4A654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10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7D7F-06ED-CB0A-72E3-497BCC1A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357D9-FE6C-1D12-7FE2-AF2B57D9A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955D1-5B26-8869-B79E-E08705E6E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F092A-78E6-F9EF-BDE8-4F526829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A445A-8922-506C-393A-E1910696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24526-ED9B-4062-486D-1500F1DE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300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4096-3069-E000-FE35-B03B7F3D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3401D-D288-BEA4-C435-BD6E2FF78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D14D8-6F82-A3D9-A36F-4AD1AA162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9A9F6-8509-3D0F-59B4-8D38E821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A8CC2-0FE8-BA5F-B4F2-D1F55A4A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9140D-65B9-9389-564A-CC6E230E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6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DBE6-3B48-6EDC-50E4-FFB4EC39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C8C14-DB99-9046-217F-4B4B79E5C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8D71F-8520-1E41-23D4-D0A3EDEC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A3067-D1E3-BBCE-BEEA-8B311B2D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C510-4B39-D5DB-B56B-149F64A7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40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B61C4-FA0E-6A71-CEE1-12E6DCE83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BB5F6-DEDC-7DA0-7A5E-EF64B138B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C0C48-B783-B9B5-1999-88F78598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A3166-76A1-D40B-5A06-BEB980C9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5CFCF-09BA-8BA5-D10E-64058DD9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22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3081A4-B7DE-5113-8E04-A06CE22C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8E3EA-FE37-16C3-65C3-3F29BA0F0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9485B-CE6F-0D1B-1DE3-5E39C7FDC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64C9B-38C2-4F1C-943A-55930752701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7B39-3A8B-5B9F-8C3A-0BA01A6CD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7809-EA20-285F-C587-ECA1705EA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438AE-F045-43FE-B082-419037409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02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note-thank-thank-you-note-1428147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4397D3-9421-965A-C394-A26E6B863C8A}"/>
              </a:ext>
            </a:extLst>
          </p:cNvPr>
          <p:cNvSpPr txBox="1"/>
          <p:nvPr/>
        </p:nvSpPr>
        <p:spPr>
          <a:xfrm>
            <a:off x="1839281" y="608951"/>
            <a:ext cx="11169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E-Commerce Product Review Analysis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61BD4-E2A9-593A-7CE6-8464D84476E3}"/>
              </a:ext>
            </a:extLst>
          </p:cNvPr>
          <p:cNvSpPr txBox="1"/>
          <p:nvPr/>
        </p:nvSpPr>
        <p:spPr>
          <a:xfrm>
            <a:off x="746495" y="2474893"/>
            <a:ext cx="6327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Technology:</a:t>
            </a:r>
            <a:r>
              <a:rPr lang="en-US" sz="2800" dirty="0"/>
              <a:t> Python, Scikit-Learn, TF-  IDF, SVM, Flask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5CE10-B6EC-403C-910F-A9A3623C64B2}"/>
              </a:ext>
            </a:extLst>
          </p:cNvPr>
          <p:cNvSpPr txBox="1"/>
          <p:nvPr/>
        </p:nvSpPr>
        <p:spPr>
          <a:xfrm>
            <a:off x="746495" y="3575113"/>
            <a:ext cx="10949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Brief:</a:t>
            </a:r>
            <a:br>
              <a:rPr lang="en-US" dirty="0"/>
            </a:br>
            <a:r>
              <a:rPr lang="en-US" sz="2400" dirty="0"/>
              <a:t>An AI-driven system that automatically analyzes customer product reviews, classifies sentiment in real time (Positive/Negative/Neutral), and identifies key product aspects to help e-commerce platforms make faster, data-driven decisions.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45668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2000">
              <a:schemeClr val="accent1">
                <a:lumMod val="30000"/>
                <a:lumOff val="70000"/>
              </a:schemeClr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6197E-D2EB-1C8D-9C4D-696F5015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789415-27AB-F475-F289-3EF768FB4B05}"/>
              </a:ext>
            </a:extLst>
          </p:cNvPr>
          <p:cNvSpPr txBox="1"/>
          <p:nvPr/>
        </p:nvSpPr>
        <p:spPr>
          <a:xfrm>
            <a:off x="452284" y="353962"/>
            <a:ext cx="7393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Team / Group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D2A83-1927-4B03-558E-6869E4E21FD5}"/>
              </a:ext>
            </a:extLst>
          </p:cNvPr>
          <p:cNvSpPr txBox="1"/>
          <p:nvPr/>
        </p:nvSpPr>
        <p:spPr>
          <a:xfrm>
            <a:off x="235974" y="1691150"/>
            <a:ext cx="2605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Presented By: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56F92-78F1-C7A2-F808-B5E116D77CDF}"/>
              </a:ext>
            </a:extLst>
          </p:cNvPr>
          <p:cNvSpPr txBox="1"/>
          <p:nvPr/>
        </p:nvSpPr>
        <p:spPr>
          <a:xfrm>
            <a:off x="383458" y="5166850"/>
            <a:ext cx="1172005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Team Strength:</a:t>
            </a:r>
            <a:br>
              <a:rPr lang="en-US" sz="2800" dirty="0"/>
            </a:br>
            <a:r>
              <a:rPr lang="en-US" sz="2400" dirty="0"/>
              <a:t>A technically driven group focused on building AI-powered solutions for real-time e-commerce analytics, combining machine learning, NLP, and practical deployment skills.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EF84A-06EE-60DF-24AA-A3643787FED5}"/>
              </a:ext>
            </a:extLst>
          </p:cNvPr>
          <p:cNvSpPr txBox="1"/>
          <p:nvPr/>
        </p:nvSpPr>
        <p:spPr>
          <a:xfrm>
            <a:off x="609600" y="2322823"/>
            <a:ext cx="5486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B. ESWAR REDDY-----AP23110011368</a:t>
            </a:r>
          </a:p>
          <a:p>
            <a:r>
              <a:rPr lang="en-IN" sz="2400" dirty="0"/>
              <a:t>B. SIMHADRI-----------AP23110011397</a:t>
            </a:r>
          </a:p>
          <a:p>
            <a:r>
              <a:rPr lang="en-IN" sz="2400" dirty="0"/>
              <a:t>G. NIKHILESH----------AP23110011346</a:t>
            </a:r>
          </a:p>
          <a:p>
            <a:r>
              <a:rPr lang="en-IN" sz="2400" dirty="0"/>
              <a:t>V. SAI PAVAN-----------AP23110011453</a:t>
            </a:r>
          </a:p>
          <a:p>
            <a:r>
              <a:rPr lang="en-IN" sz="2400" dirty="0"/>
              <a:t>B. Bharathkumar-------AP23110011382</a:t>
            </a:r>
          </a:p>
        </p:txBody>
      </p:sp>
    </p:spTree>
    <p:extLst>
      <p:ext uri="{BB962C8B-B14F-4D97-AF65-F5344CB8AC3E}">
        <p14:creationId xmlns:p14="http://schemas.microsoft.com/office/powerpoint/2010/main" val="3947754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94EE4-81EE-852E-40DD-4D43FD7E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4A8D4-6D56-945C-E236-8A358797A8C2}"/>
              </a:ext>
            </a:extLst>
          </p:cNvPr>
          <p:cNvSpPr txBox="1"/>
          <p:nvPr/>
        </p:nvSpPr>
        <p:spPr>
          <a:xfrm>
            <a:off x="363794" y="245806"/>
            <a:ext cx="709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Problem Statement &amp;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8306C-9DBF-BF24-C731-4DD8B6545073}"/>
              </a:ext>
            </a:extLst>
          </p:cNvPr>
          <p:cNvSpPr txBox="1"/>
          <p:nvPr/>
        </p:nvSpPr>
        <p:spPr>
          <a:xfrm>
            <a:off x="619433" y="1199536"/>
            <a:ext cx="1116944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Statement: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E-commerce platforms receive massive volumes of product 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review analysis is slow, inconsistent, and fails to extract actionable insights quickly.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80B5E-2BED-553D-8202-3040521D2728}"/>
              </a:ext>
            </a:extLst>
          </p:cNvPr>
          <p:cNvSpPr txBox="1"/>
          <p:nvPr/>
        </p:nvSpPr>
        <p:spPr>
          <a:xfrm>
            <a:off x="698091" y="3350140"/>
            <a:ext cx="103435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Build an automated system to classify product reviews as </a:t>
            </a:r>
            <a:r>
              <a:rPr lang="en-US" sz="2400" b="1" dirty="0"/>
              <a:t>Positive, Negative, or Neutral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Enable </a:t>
            </a:r>
            <a:r>
              <a:rPr lang="en-US" sz="2400" b="1" dirty="0"/>
              <a:t>real-time feedback analysis</a:t>
            </a:r>
            <a:r>
              <a:rPr lang="en-US" sz="2400" dirty="0"/>
              <a:t> to improve product quality and customer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key </a:t>
            </a:r>
            <a:r>
              <a:rPr lang="en-US" sz="2400" b="1" dirty="0"/>
              <a:t>product aspects</a:t>
            </a:r>
            <a:r>
              <a:rPr lang="en-US" sz="2400" dirty="0"/>
              <a:t> (battery, design, performance, shipping, audio).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Deploy a simple web interface for live predictions.</a:t>
            </a:r>
          </a:p>
        </p:txBody>
      </p:sp>
    </p:spTree>
    <p:extLst>
      <p:ext uri="{BB962C8B-B14F-4D97-AF65-F5344CB8AC3E}">
        <p14:creationId xmlns:p14="http://schemas.microsoft.com/office/powerpoint/2010/main" val="33299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428B8-9962-4C23-698A-4C6E66A0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6CE9A-60CD-6820-1EDD-E8AC924C4AC0}"/>
              </a:ext>
            </a:extLst>
          </p:cNvPr>
          <p:cNvSpPr txBox="1"/>
          <p:nvPr/>
        </p:nvSpPr>
        <p:spPr>
          <a:xfrm>
            <a:off x="304799" y="403122"/>
            <a:ext cx="7806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Proposed Solution &amp;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0246B-EAF3-62C2-7835-05F648CE6842}"/>
              </a:ext>
            </a:extLst>
          </p:cNvPr>
          <p:cNvSpPr txBox="1"/>
          <p:nvPr/>
        </p:nvSpPr>
        <p:spPr>
          <a:xfrm>
            <a:off x="776748" y="1229031"/>
            <a:ext cx="105598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Solution:</a:t>
            </a:r>
          </a:p>
          <a:p>
            <a:r>
              <a:rPr lang="en-US" sz="2400" dirty="0"/>
              <a:t>A machine-learning pipeline using </a:t>
            </a:r>
            <a:r>
              <a:rPr lang="en-US" sz="2400" b="1" dirty="0"/>
              <a:t>TF-IDF feature extraction + Linear SVM classifier</a:t>
            </a:r>
            <a:r>
              <a:rPr lang="en-US" sz="2400" dirty="0"/>
              <a:t> integrated into a </a:t>
            </a:r>
            <a:r>
              <a:rPr lang="en-US" sz="2400" b="1" dirty="0"/>
              <a:t>Flask web app</a:t>
            </a:r>
            <a:r>
              <a:rPr lang="en-US" sz="2400" dirty="0"/>
              <a:t> for real-time predictions.</a:t>
            </a:r>
          </a:p>
        </p:txBody>
      </p:sp>
      <p:pic>
        <p:nvPicPr>
          <p:cNvPr id="1026" name="Picture 2" descr="Production Machine Learning Pipeline for Text Classification with fastText">
            <a:extLst>
              <a:ext uri="{FF2B5EF4-FFF2-40B4-BE49-F238E27FC236}">
                <a16:creationId xmlns:a16="http://schemas.microsoft.com/office/drawing/2014/main" id="{BF87750A-2C3F-F1B3-D880-2F0AFC044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186" y="2670493"/>
            <a:ext cx="7657974" cy="40587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25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B3488-5D6B-1B73-1F0A-4A4A0547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44015-65CE-7B79-8DC6-0EFE11D55B85}"/>
              </a:ext>
            </a:extLst>
          </p:cNvPr>
          <p:cNvSpPr txBox="1"/>
          <p:nvPr/>
        </p:nvSpPr>
        <p:spPr>
          <a:xfrm>
            <a:off x="462117" y="412955"/>
            <a:ext cx="5742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Dataset &amp; Methodology: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A2186-9C11-AFC3-42F9-D8DBCC4CCAF8}"/>
              </a:ext>
            </a:extLst>
          </p:cNvPr>
          <p:cNvSpPr txBox="1"/>
          <p:nvPr/>
        </p:nvSpPr>
        <p:spPr>
          <a:xfrm>
            <a:off x="707922" y="1248697"/>
            <a:ext cx="103828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Dataset:</a:t>
            </a:r>
          </a:p>
          <a:p>
            <a:r>
              <a:rPr lang="en-IN" sz="2000" b="1" dirty="0"/>
              <a:t>Primary Dataset:</a:t>
            </a:r>
            <a:r>
              <a:rPr lang="en-IN" sz="2000" dirty="0"/>
              <a:t> 20,063 reviews</a:t>
            </a:r>
          </a:p>
          <a:p>
            <a:r>
              <a:rPr lang="en-IN" sz="2000" b="1" dirty="0"/>
              <a:t>Columns:</a:t>
            </a:r>
            <a:r>
              <a:rPr lang="en-IN" sz="2000" dirty="0"/>
              <a:t> title, review, rating (1=Negative, 2=Positive)</a:t>
            </a:r>
          </a:p>
          <a:p>
            <a:r>
              <a:rPr lang="en-IN" sz="2000" b="1" dirty="0"/>
              <a:t>Sample Dataset:</a:t>
            </a:r>
            <a:r>
              <a:rPr lang="en-IN" sz="2000" dirty="0"/>
              <a:t> 60 </a:t>
            </a:r>
            <a:r>
              <a:rPr lang="en-IN" sz="2000" dirty="0" err="1"/>
              <a:t>labeled</a:t>
            </a:r>
            <a:r>
              <a:rPr lang="en-IN" sz="2000" dirty="0"/>
              <a:t> reviews for demo</a:t>
            </a:r>
          </a:p>
          <a:p>
            <a:endParaRPr lang="en-IN" sz="2000" dirty="0"/>
          </a:p>
          <a:p>
            <a:r>
              <a:rPr lang="en-IN" sz="2400" b="1" dirty="0"/>
              <a:t>Methodology:</a:t>
            </a:r>
          </a:p>
          <a:p>
            <a:r>
              <a:rPr lang="en-IN" sz="2000" b="1" dirty="0"/>
              <a:t>Preprocessing:</a:t>
            </a:r>
            <a:r>
              <a:rPr lang="en-IN" sz="2000" dirty="0"/>
              <a:t> Tokenization, </a:t>
            </a:r>
            <a:r>
              <a:rPr lang="en-IN" sz="2000" dirty="0" err="1"/>
              <a:t>stopword</a:t>
            </a:r>
            <a:r>
              <a:rPr lang="en-IN" sz="2000" dirty="0"/>
              <a:t> removal, normalization</a:t>
            </a:r>
          </a:p>
          <a:p>
            <a:r>
              <a:rPr lang="en-IN" sz="2000" b="1" dirty="0"/>
              <a:t>Feature Extraction:</a:t>
            </a:r>
            <a:r>
              <a:rPr lang="en-IN" sz="2000" dirty="0"/>
              <a:t> TF-IDF (unigram + bigram)</a:t>
            </a:r>
          </a:p>
          <a:p>
            <a:r>
              <a:rPr lang="en-IN" sz="2000" b="1" dirty="0"/>
              <a:t>Classifier:</a:t>
            </a:r>
            <a:r>
              <a:rPr lang="en-IN" sz="2000" dirty="0"/>
              <a:t> Linear SVM</a:t>
            </a:r>
          </a:p>
          <a:p>
            <a:r>
              <a:rPr lang="en-IN" sz="2000" b="1" dirty="0"/>
              <a:t>Evaluation:</a:t>
            </a:r>
            <a:r>
              <a:rPr lang="en-IN" sz="2000" dirty="0"/>
              <a:t> Accuracy, confusion matrix, 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124692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36C03-BB76-F468-A9EA-98460DA5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64B99-B082-7D5F-18F9-EC00D35CE583}"/>
              </a:ext>
            </a:extLst>
          </p:cNvPr>
          <p:cNvSpPr txBox="1"/>
          <p:nvPr/>
        </p:nvSpPr>
        <p:spPr>
          <a:xfrm>
            <a:off x="226142" y="383457"/>
            <a:ext cx="5260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Technologies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31FDC-C390-3E0D-450F-BE5C89296DFA}"/>
              </a:ext>
            </a:extLst>
          </p:cNvPr>
          <p:cNvSpPr txBox="1"/>
          <p:nvPr/>
        </p:nvSpPr>
        <p:spPr>
          <a:xfrm>
            <a:off x="565517" y="1143139"/>
            <a:ext cx="801329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Languages &amp;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Flask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Jupyter</a:t>
            </a:r>
            <a:r>
              <a:rPr lang="en-IN" sz="2000" dirty="0"/>
              <a:t> Notebook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Scikit-Learn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NLTK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Pandas, NumPy</a:t>
            </a:r>
          </a:p>
          <a:p>
            <a:endParaRPr lang="en-IN" sz="2000" dirty="0"/>
          </a:p>
          <a:p>
            <a:r>
              <a:rPr lang="en-IN" sz="2800" b="1" dirty="0"/>
              <a:t>Core Python Files:</a:t>
            </a:r>
          </a:p>
          <a:p>
            <a:r>
              <a:rPr lang="en-IN" sz="2000" i="1" dirty="0"/>
              <a:t>ecommerce_sentiment_svm.py</a:t>
            </a:r>
            <a:r>
              <a:rPr lang="en-IN" sz="2000" dirty="0"/>
              <a:t> — Model training</a:t>
            </a:r>
          </a:p>
          <a:p>
            <a:r>
              <a:rPr lang="en-IN" sz="2000" i="1" dirty="0"/>
              <a:t>flask_sentiment_app.py</a:t>
            </a:r>
            <a:r>
              <a:rPr lang="en-IN" sz="2000" dirty="0"/>
              <a:t> — Web interface</a:t>
            </a:r>
          </a:p>
          <a:p>
            <a:r>
              <a:rPr lang="en-IN" sz="2000" i="1" dirty="0"/>
              <a:t>.</a:t>
            </a:r>
            <a:r>
              <a:rPr lang="en-IN" sz="2000" i="1" dirty="0" err="1"/>
              <a:t>ipynb</a:t>
            </a:r>
            <a:r>
              <a:rPr lang="en-IN" sz="2000" i="1" dirty="0"/>
              <a:t> notebook</a:t>
            </a:r>
            <a:r>
              <a:rPr lang="en-IN" sz="2000" dirty="0"/>
              <a:t> — Experimentation &amp; visualization</a:t>
            </a:r>
          </a:p>
        </p:txBody>
      </p:sp>
      <p:pic>
        <p:nvPicPr>
          <p:cNvPr id="2050" name="Picture 2" descr="General workflow of the text mining approach. After a publication... |  Download Scientific Diagram">
            <a:extLst>
              <a:ext uri="{FF2B5EF4-FFF2-40B4-BE49-F238E27FC236}">
                <a16:creationId xmlns:a16="http://schemas.microsoft.com/office/drawing/2014/main" id="{1971A6A1-06CA-BFF4-C0CE-F1C3FBA5B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25" y="837788"/>
            <a:ext cx="5778433" cy="4337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19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2FE9B-5C16-AABE-0140-C087C52F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CEFC7B-C76D-91B8-15A5-13354C662B41}"/>
              </a:ext>
            </a:extLst>
          </p:cNvPr>
          <p:cNvSpPr txBox="1"/>
          <p:nvPr/>
        </p:nvSpPr>
        <p:spPr>
          <a:xfrm>
            <a:off x="4090219" y="226141"/>
            <a:ext cx="602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/>
              <a:t>Results &amp;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A41A6-AF2A-824C-2BA0-D1E851A4241E}"/>
              </a:ext>
            </a:extLst>
          </p:cNvPr>
          <p:cNvSpPr txBox="1"/>
          <p:nvPr/>
        </p:nvSpPr>
        <p:spPr>
          <a:xfrm>
            <a:off x="432621" y="1520785"/>
            <a:ext cx="1027470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Model Performance: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Accuracy:</a:t>
            </a:r>
            <a:r>
              <a:rPr lang="en-IN" sz="2000" dirty="0"/>
              <a:t> ~87.5%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Algorithm:</a:t>
            </a:r>
            <a:r>
              <a:rPr lang="en-IN" sz="2000" dirty="0"/>
              <a:t> Linear 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Features:</a:t>
            </a:r>
            <a:r>
              <a:rPr lang="en-IN" sz="2000" dirty="0"/>
              <a:t> TF-IDF bigram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Confusion Matrix:</a:t>
            </a:r>
            <a:r>
              <a:rPr lang="en-IN" sz="2000" dirty="0"/>
              <a:t> (Add screenshot if needed)</a:t>
            </a:r>
          </a:p>
          <a:p>
            <a:r>
              <a:rPr lang="en-IN" sz="2400" b="1" dirty="0"/>
              <a:t>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Positive reviews dominated electronics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Aspect detection helped pinpoint specific issues: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Shipping delays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Battery complaints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Design appreciation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System handles real-time predictions efficiently</a:t>
            </a:r>
          </a:p>
          <a:p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90626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E84D1-A419-551F-9D0F-88E04D1F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24566D-BC12-E17C-BB08-5B1534AF915A}"/>
              </a:ext>
            </a:extLst>
          </p:cNvPr>
          <p:cNvSpPr txBox="1"/>
          <p:nvPr/>
        </p:nvSpPr>
        <p:spPr>
          <a:xfrm>
            <a:off x="3421626" y="235974"/>
            <a:ext cx="7079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/>
              <a:t>Conclusion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D36E7-BCB4-CC61-C550-B8962C5E097A}"/>
              </a:ext>
            </a:extLst>
          </p:cNvPr>
          <p:cNvSpPr txBox="1"/>
          <p:nvPr/>
        </p:nvSpPr>
        <p:spPr>
          <a:xfrm>
            <a:off x="658761" y="1484671"/>
            <a:ext cx="1070732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Conclusion:</a:t>
            </a:r>
          </a:p>
          <a:p>
            <a:r>
              <a:rPr lang="en-US" sz="2400" dirty="0"/>
              <a:t>The SVM-based sentiment analysis system automates review classification, cuts manual workload, and provides meaningful insights to improve product strategy and customer satisfaction.</a:t>
            </a:r>
          </a:p>
          <a:p>
            <a:endParaRPr lang="en-US" sz="2400" dirty="0"/>
          </a:p>
          <a:p>
            <a:r>
              <a:rPr lang="en-US" sz="2800" b="1" dirty="0"/>
              <a:t>Future Scope:</a:t>
            </a:r>
          </a:p>
          <a:p>
            <a:r>
              <a:rPr lang="en-US" sz="2400" dirty="0"/>
              <a:t>Integrate Deep Learning models (BERT, </a:t>
            </a:r>
            <a:r>
              <a:rPr lang="en-US" sz="2400" dirty="0" err="1"/>
              <a:t>DistilBERT</a:t>
            </a:r>
            <a:r>
              <a:rPr lang="en-US" sz="2400" dirty="0"/>
              <a:t>)</a:t>
            </a:r>
          </a:p>
          <a:p>
            <a:r>
              <a:rPr lang="en-US" sz="2400" dirty="0"/>
              <a:t>Expand aspect detection using NLP techniques</a:t>
            </a:r>
          </a:p>
          <a:p>
            <a:r>
              <a:rPr lang="en-US" sz="2400" dirty="0"/>
              <a:t>Add trend forecasting using time-series models</a:t>
            </a:r>
          </a:p>
          <a:p>
            <a:r>
              <a:rPr lang="en-US" sz="2400" dirty="0"/>
              <a:t>Deploy system as a REST API or microservice</a:t>
            </a:r>
          </a:p>
        </p:txBody>
      </p:sp>
    </p:spTree>
    <p:extLst>
      <p:ext uri="{BB962C8B-B14F-4D97-AF65-F5344CB8AC3E}">
        <p14:creationId xmlns:p14="http://schemas.microsoft.com/office/powerpoint/2010/main" val="46752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3F8FA-05D6-4903-C5D6-60BC774D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54EDE4-B139-EB2A-19D7-8C5EDBACC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157537" y="381000"/>
            <a:ext cx="58769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0DAA3-6487-F641-0968-C741AAA8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24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464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Simhadri Bommasani</dc:creator>
  <cp:lastModifiedBy>Simhadri Bommasani</cp:lastModifiedBy>
  <cp:revision>1</cp:revision>
  <dcterms:created xsi:type="dcterms:W3CDTF">2025-11-30T13:56:43Z</dcterms:created>
  <dcterms:modified xsi:type="dcterms:W3CDTF">2025-11-30T14:56:31Z</dcterms:modified>
</cp:coreProperties>
</file>